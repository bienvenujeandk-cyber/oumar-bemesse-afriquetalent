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696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640080"/>
            <a:ext cx="914400" cy="91440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6583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57400" y="640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qui connecte les freelances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africains aux entreprises du continent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34747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Oumar  •  Classe : CyberSecurity  •  Mai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41148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4114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10 – Déploiement Final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22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206240" cy="1645920"/>
          </a:xfrm>
          <a:prstGeom prst="rect">
            <a:avLst/>
          </a:prstGeom>
          <a:solidFill>
            <a:srgbClr val="152233"/>
          </a:solidFill>
          <a:ln w="19050">
            <a:solidFill>
              <a:srgbClr val="1DB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Contexte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vitrine moderne pour une plateforme fictive de mise en relation entre freelances tech africains et entreprises.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51560"/>
            <a:ext cx="4206240" cy="1645920"/>
          </a:xfrm>
          <a:prstGeom prst="rect">
            <a:avLst/>
          </a:prstGeom>
          <a:solidFill>
            <a:srgbClr val="152233"/>
          </a:solidFill>
          <a:ln w="1905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Démocratiser l'accès aux opportunités freelance sur tout le continent africain — 30 pays couverts.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71800"/>
            <a:ext cx="4206240" cy="1645920"/>
          </a:xfrm>
          <a:prstGeom prst="rect">
            <a:avLst/>
          </a:prstGeom>
          <a:solidFill>
            <a:srgbClr val="152233"/>
          </a:solidFill>
          <a:ln w="1905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63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Durée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académique réalisé en Semestre 2, 2026 dans le cadre du cursus CyberSecurity.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971800"/>
            <a:ext cx="4206240" cy="1645920"/>
          </a:xfrm>
          <a:prstGeom prst="rect">
            <a:avLst/>
          </a:prstGeom>
          <a:solidFill>
            <a:srgbClr val="152233"/>
          </a:solidFill>
          <a:ln w="1905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063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Résultat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HTML, dark mode, filtres dynamiques, animations JS et déploiement GitHub Pages.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22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1914" y="1005840"/>
            <a:ext cx="2697480" cy="155448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1914" y="960120"/>
            <a:ext cx="27456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sémantique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155448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43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9601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Grid, Flexbox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97480" cy="155448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143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80760" y="9601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Cards, Carousel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697480" cy="155448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71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0040" y="28346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" y="3886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IntersectionObserver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697480" cy="155448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971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00400" y="28346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886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Icônes UI modernes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697480" cy="155448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971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080760" y="28346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80760" y="3886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+ Inter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22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du Site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713232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69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43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0058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animé, compteurs stats, Bento Grid, services, témoignages carousel, CTA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8503920" cy="713232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28800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792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066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18288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9 freelances avec filtres dynamiques par catégorie (JS pur)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8503920" cy="713232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51760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6151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889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plans tarifaires (Gratuit / Pro / Entreprise) + FAQ accordion Bootstrap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383280"/>
            <a:ext cx="8503920" cy="713232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474720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4381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3474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 de l'équipe, 4 membres, valeurs, chiffres clés animés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206240"/>
            <a:ext cx="8503920" cy="713232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297680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261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535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17520" y="42976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 (regex email, longueur min) + Google Maps intégré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22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JavaScript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06070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jour/nuit avec persistance via localStorage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20624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32120" y="106070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4630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animées au scroll via IntersectionObserver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420624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404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38658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788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freelances filtrable sans rechargement de page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420624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404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238658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788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email, longueur min, retour visuel Bootstrap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420624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730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7124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114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+ ombre + shrink au scroll pour une UX soignée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57600"/>
            <a:ext cx="420624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3730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37124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 haut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4114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flottant avec smooth scroll automatique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22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AfriTalent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152233"/>
          </a:solidFill>
          <a:ln w="25400">
            <a:solidFill>
              <a:srgbClr val="1DB9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7315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inscrits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1645920"/>
          </a:xfrm>
          <a:prstGeom prst="rect">
            <a:avLst/>
          </a:prstGeom>
          <a:solidFill>
            <a:srgbClr val="152233"/>
          </a:solidFill>
          <a:ln w="25400">
            <a:solidFill>
              <a:srgbClr val="1DB9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005840"/>
            <a:ext cx="4023360" cy="7315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partenaires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152233"/>
          </a:solidFill>
          <a:ln w="25400">
            <a:solidFill>
              <a:srgbClr val="1DB9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4023360" cy="7315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couverts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023360" cy="1645920"/>
          </a:xfrm>
          <a:prstGeom prst="rect">
            <a:avLst/>
          </a:prstGeom>
          <a:solidFill>
            <a:srgbClr val="152233"/>
          </a:solidFill>
          <a:ln w="25400">
            <a:solidFill>
              <a:srgbClr val="1DB9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926080"/>
            <a:ext cx="4023360" cy="7315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108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12 000+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84632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réalisées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22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– GitHub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1124712"/>
            <a:ext cx="36576" cy="4572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14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du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62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 →  git commit -m "Commit 10"  →  git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8503920" cy="77724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2084832"/>
            <a:ext cx="36576" cy="4572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9751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GitHub Pages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3225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→ Branch: main → /(root) → Save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8503920" cy="77724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803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0120" y="3044952"/>
            <a:ext cx="36576" cy="4572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9352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du site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2826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https://oumar634.github.io/OUMAR-Bemesse-AfriTalent/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8503920" cy="777240"/>
          </a:xfrm>
          <a:prstGeom prst="rect">
            <a:avLst/>
          </a:prstGeom>
          <a:solidFill>
            <a:srgbClr val="152233"/>
          </a:solidFill>
          <a:ln w="12700">
            <a:solidFill>
              <a:srgbClr val="1F3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404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60120" y="4005072"/>
            <a:ext cx="36576" cy="4572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38953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2428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pages accessibles, images chargées, JS fonctionnel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GAMES MY BRO ROBERT!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– Un projet, une vision, un continent.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2286000" cy="1371600"/>
          </a:xfrm>
          <a:prstGeom prst="rect">
            <a:avLst/>
          </a:prstGeom>
          <a:solidFill>
            <a:srgbClr val="1522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78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responsive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514600"/>
            <a:ext cx="2286000" cy="1371600"/>
          </a:xfrm>
          <a:prstGeom prst="rect">
            <a:avLst/>
          </a:prstGeom>
          <a:solidFill>
            <a:srgbClr val="1522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578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 JS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3200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filtres, compteurs…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514600"/>
            <a:ext cx="2286000" cy="1371600"/>
          </a:xfrm>
          <a:prstGeom prst="rect">
            <a:avLst/>
          </a:prstGeom>
          <a:solidFill>
            <a:srgbClr val="1522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578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en ligne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206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oumarcrew00i@gmail.com  •  🌐 github.com/oumar634/OUMAR-Bemesse-AfriTalent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437</Words>
  <Application>Microsoft Office PowerPoint</Application>
  <PresentationFormat>Affichage à l'écran (16:9)</PresentationFormat>
  <Paragraphs>101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– Présentation</dc:title>
  <dc:subject>PptxGenJS Presentation</dc:subject>
  <dc:creator>Oumar</dc:creator>
  <cp:lastModifiedBy>Xten -n8n</cp:lastModifiedBy>
  <cp:revision>2</cp:revision>
  <dcterms:created xsi:type="dcterms:W3CDTF">2026-06-06T17:09:44Z</dcterms:created>
  <dcterms:modified xsi:type="dcterms:W3CDTF">2026-06-06T17:23:03Z</dcterms:modified>
</cp:coreProperties>
</file>